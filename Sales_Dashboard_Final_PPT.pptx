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86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45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30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160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2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2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90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44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3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4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2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Sales Dashboard – Task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Created using Power BI</a:t>
            </a:r>
            <a:endParaRPr lang="en-US" dirty="0"/>
          </a:p>
          <a:p>
            <a:r>
              <a:rPr lang="en-US" dirty="0"/>
              <a:t>                   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pic>
        <p:nvPicPr>
          <p:cNvPr id="3" name="Picture 2" descr="Screenshot 2025-11-19 2222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66" y="2222216"/>
            <a:ext cx="7315200" cy="2167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Screenshot 2025-11-19 222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44817"/>
            <a:ext cx="8229600" cy="1297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969713"/>
            <a:ext cx="6571343" cy="1049235"/>
          </a:xfrm>
        </p:spPr>
        <p:txBody>
          <a:bodyPr/>
          <a:lstStyle/>
          <a:p>
            <a:r>
              <a:rPr dirty="0"/>
              <a:t>Visual Highlights</a:t>
            </a:r>
          </a:p>
        </p:txBody>
      </p:sp>
      <p:pic>
        <p:nvPicPr>
          <p:cNvPr id="3" name="Picture 2" descr="Screenshot (7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5" y="2018948"/>
            <a:ext cx="7557634" cy="4249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Sales total: 2.30M</a:t>
            </a:r>
          </a:p>
          <a:p>
            <a:r>
              <a:t>- Profit generated: 286.40K</a:t>
            </a:r>
          </a:p>
          <a:p>
            <a:r>
              <a:t>- Total Orders: 9,994</a:t>
            </a:r>
          </a:p>
          <a:p>
            <a:r>
              <a:t>- West region shows highest profit</a:t>
            </a:r>
          </a:p>
          <a:p>
            <a:r>
              <a:t>- Technology category contributes the most</a:t>
            </a:r>
          </a:p>
          <a:p>
            <a:r>
              <a:t>- Upward sales trend observed from 2015–2017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52</Words>
  <Application>Microsoft Office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Sales Dashboard – Task 4</vt:lpstr>
      <vt:lpstr>Key KPIs</vt:lpstr>
      <vt:lpstr>Dashboard Overview</vt:lpstr>
      <vt:lpstr>Visual Highlights</vt:lpstr>
      <vt:lpstr>Insights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Ashwini G Rathod</cp:lastModifiedBy>
  <cp:revision>2</cp:revision>
  <dcterms:created xsi:type="dcterms:W3CDTF">2013-01-27T09:14:16Z</dcterms:created>
  <dcterms:modified xsi:type="dcterms:W3CDTF">2025-11-19T17:02:40Z</dcterms:modified>
  <cp:category/>
</cp:coreProperties>
</file>